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Troquem o campo de nomes/turma. Frase de abertura sugerida: 'Hoje vamos falar de um vício que cabe no bolso: as apostas online.'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tese com calma — ela é a espinha dorsal da apresentação. Os quatro slides seguintes respondem 'por quê?' a essa 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esse dinheiro deixa de ir para comida, contas e escola. Fonte: Banco Central / FIA-Ibevar.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 para a proposta de intervenção: se é doença, o tratamento é dever do 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Ligar com a realidade da turma: quem nunca viu anúncio de bet em live, jogo ou story?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para o cassino antigo: não tem porta, não tem horário e não tem ninguém vendo você perder.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o gancho do vídeo do grupo: o vídeo informativo É o 'meio' da nossa proposta — a nossa ação social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os canais de ajuda — isso mostra que a apresentação não só descreve o problema, mas aponta a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492240" y="137160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VÍCIO EM BETS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395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aposta em que o Brasil está perdendo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 •  Quatro por quês  •  Proposta de intervenção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[Nomes dos integrantes]  —  [Turma]  —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TESE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846320" cy="3474720"/>
          </a:xfrm>
          <a:prstGeom prst="roundRect">
            <a:avLst>
              <a:gd name="adj" fmla="val 3158"/>
            </a:avLst>
          </a:prstGeom>
          <a:solidFill>
            <a:srgbClr val="161C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4297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vício em apostas online tornou-se um problema de saúde pública no Brasil</a:t>
            </a:r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pois compromete a renda das famílias, adoece mentalmente os usuários e atinge principalmente jovens de baixa renda — </a:t>
            </a:r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exigindo uma intervenção urgente do Estado e da sociedade.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mi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212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brasileiros já têm transtorno do jogo diagnosticável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8587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comportamento de risco (Fiocruz)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destrói a renda das famílias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bets retiraram R$ 62,5 bilhões do orçamento das famílias brasileiras só em 2025. Quase 40% dos apostadores se endividaram depois que começaram a apostar — e a maioria é de baixa renda.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309360" y="187452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161C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R$ 62,5 bi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drenados das famílias em 2025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84048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uma doença, não falta de caráter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OMS reconhece o transtorno do jogo (ludopatia) como doença. Ele causa ansiedade, depressão, isolamento e aumenta o risco de suicídio. Os atendimentos por vício em jogos cresceram mais de 300% em cinco anos no Brasil.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309360" y="187452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161C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atendimentos por vício em jogo em 5 anos (ABP)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84048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mira nos jovens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Apostar é proibido para menores de 18 anos — mesmo assim, cerca de 10% dos adolescentes de 14 a 17 anos apostaram no último ano. Influencers e patrocínios no futebol fazem a aposta parecer coisa normal, divertida e lucrativa.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309360" y="187452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161C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cada 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adolescentes já apostou, mesmo sendo proibido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84048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cassino agora mora no bolso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plataformas funcionam 24 horas por dia no celular, com Pix instantâneo, bônus e joguinhos de recompensa rápida (como o 'jogo do tigrinho') desenhados para prender o cérebro — o mesmo mecanismo de outras dependências.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309360" y="187452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161C2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acesso ilimitado, sem sair de casa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84048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INTERVENÇÃO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938528" cy="2331720"/>
          </a:xfrm>
          <a:prstGeom prst="roundRect">
            <a:avLst>
              <a:gd name="adj" fmla="val 4717"/>
            </a:avLst>
          </a:prstGeom>
          <a:solidFill>
            <a:srgbClr val="161C26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307592"/>
            <a:ext cx="502920" cy="50292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43835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24028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e escolas, em parceria com as prefeituras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79776" y="1143000"/>
            <a:ext cx="1938528" cy="2331720"/>
          </a:xfrm>
          <a:prstGeom prst="roundRect">
            <a:avLst>
              <a:gd name="adj" fmla="val 4717"/>
            </a:avLst>
          </a:prstGeom>
          <a:solidFill>
            <a:srgbClr val="161C26"/>
          </a:solidFill>
          <a:ln/>
        </p:spPr>
      </p:sp>
      <p:sp>
        <p:nvSpPr>
          <p:cNvPr id="9" name="Shape 6"/>
          <p:cNvSpPr/>
          <p:nvPr/>
        </p:nvSpPr>
        <p:spPr>
          <a:xfrm>
            <a:off x="2944368" y="1307592"/>
            <a:ext cx="502920" cy="50292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27" y="143835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44368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944368" y="224028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nacional de conscientização + ampliação do tratamento gratuito nos CAPS/SUS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919472" y="1143000"/>
            <a:ext cx="1938528" cy="2331720"/>
          </a:xfrm>
          <a:prstGeom prst="roundRect">
            <a:avLst>
              <a:gd name="adj" fmla="val 4717"/>
            </a:avLst>
          </a:prstGeom>
          <a:solidFill>
            <a:srgbClr val="161C26"/>
          </a:solidFill>
          <a:ln/>
        </p:spPr>
      </p:sp>
      <p:sp>
        <p:nvSpPr>
          <p:cNvPr id="14" name="Shape 10"/>
          <p:cNvSpPr/>
          <p:nvPr/>
        </p:nvSpPr>
        <p:spPr>
          <a:xfrm>
            <a:off x="5084064" y="1307592"/>
            <a:ext cx="502920" cy="50292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823" y="143835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84064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084064" y="224028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informativos nas redes sociais, palestras nas escolas e divulgação dos canais de ajuda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59168" y="1143000"/>
            <a:ext cx="1938528" cy="2331720"/>
          </a:xfrm>
          <a:prstGeom prst="roundRect">
            <a:avLst>
              <a:gd name="adj" fmla="val 4717"/>
            </a:avLst>
          </a:prstGeom>
          <a:solidFill>
            <a:srgbClr val="161C26"/>
          </a:solidFill>
          <a:ln/>
        </p:spPr>
      </p:sp>
      <p:sp>
        <p:nvSpPr>
          <p:cNvPr id="19" name="Shape 14"/>
          <p:cNvSpPr/>
          <p:nvPr/>
        </p:nvSpPr>
        <p:spPr>
          <a:xfrm>
            <a:off x="7223760" y="1307592"/>
            <a:ext cx="502920" cy="50292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519" y="1438351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224028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número de viciados e proteger os jovens antes da primeira aposta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370332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1C2431"/>
          </a:solidFill>
          <a:ln/>
        </p:spPr>
      </p:sp>
      <p:sp>
        <p:nvSpPr>
          <p:cNvPr id="24" name="Shape 18"/>
          <p:cNvSpPr/>
          <p:nvPr/>
        </p:nvSpPr>
        <p:spPr>
          <a:xfrm>
            <a:off x="822960" y="3950208"/>
            <a:ext cx="502920" cy="502920"/>
          </a:xfrm>
          <a:prstGeom prst="ellipse">
            <a:avLst/>
          </a:prstGeom>
          <a:solidFill>
            <a:srgbClr val="161C2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4080967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7947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a publicidade de bets (como já foi feito com o cigarro), criar cadastro nacional de autoexclusão e bloquear o cadastro de menores com verificação real de identidade.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1C243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65928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669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NÃO PRECISA VENCER SEMPRE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630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Vício em aposta é doença, tem tratamento gratuito no SUS/CAPS e ninguém deve enfrentar isso sozinho. Informação é a melhor aposta: por isso nosso grupo também produziu um vídeo ensinando como identificar e combater o vício em bets.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61C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BUSCAR AJUDA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(SUS) • Jogadores Anônimos • CVV: ligue 188 (24h, gratuito)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265176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61C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ALERTA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Apostar escondido • apostar para recuperar perdas • usar dinheiro de contas • irritação ao tentar parar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Fiocruz (Radis) • Agência Brasil / Ministério da Saúde • Associação Brasileira de Psiquiatria • Banco Central • FIA Business School / Ibevar • Associação Médica Brasileira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2026-09-08T21:13:40Z</dcterms:created>
  <dcterms:modified xsi:type="dcterms:W3CDTF">2026-09-08T21:13:40Z</dcterms:modified>
</cp:coreProperties>
</file>